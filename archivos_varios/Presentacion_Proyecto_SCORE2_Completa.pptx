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Proyecto SCORE2 – Prevención Cardiovascular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Implementación Excel + Motor Offline + App de Escritorio</a:t>
            </a:r>
          </a:p>
          <a:p>
            <a:r>
              <a:t>ISSUNNE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y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Necesidad institucional de evaluar riesgo cardiovascular sin dependencia de internet.</a:t>
            </a:r>
          </a:p>
          <a:p>
            <a:r>
              <a:t>• Uso de guías ESC 2021 (SCORE2 / SCORE2-OP).</a:t>
            </a:r>
          </a:p>
          <a:p>
            <a:r>
              <a:t>• Unificación del trabajo administrativo, enfermería y médico.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General de Trabajo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Enfermería realiza triage y carga datos básicos.</a:t>
            </a:r>
          </a:p>
          <a:p>
            <a:r>
              <a:t>2) Personal administrativo organiza y controla seguimiento.</a:t>
            </a:r>
          </a:p>
          <a:p>
            <a:r>
              <a:t>3) Médico evalúa riesgo cardiovascular (SCORE2).</a:t>
            </a:r>
          </a:p>
          <a:p>
            <a:r>
              <a:t>4) Decisión clínica y seguimiento.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Planilla: Triage y Evaluación Básica de Enfermería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Archivo: Triage_y_Evaluacion_Basica_Enfermeria.xlsx</a:t>
            </a:r>
          </a:p>
          <a:p>
            <a:r>
              <a:t>• Datos clínicos iniciales del paciente.</a:t>
            </a:r>
          </a:p>
          <a:p>
            <a:r>
              <a:t>• Insumo principal para el médico.</a:t>
            </a:r>
          </a:p>
          <a:p>
            <a:r>
              <a:t>• Base para futuras integraciones con sistemas.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Planilla: Seguimiento Administrativo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Archivo: Planilla_Seguimiento_UPCM_ISSUNNE.xlsx</a:t>
            </a:r>
          </a:p>
          <a:p>
            <a:r>
              <a:t>• Control de estudios, turnos y resultados.</a:t>
            </a:r>
          </a:p>
          <a:p>
            <a:r>
              <a:t>• Seguimiento longitudinal del paciente.</a:t>
            </a:r>
          </a:p>
          <a:p>
            <a:r>
              <a:t>• Apoyo a la gestión institucional.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Planilla SCORE2 (Pruebas Iniciales)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Archivo: SCORE2_PruebaFinal.xlsx</a:t>
            </a:r>
          </a:p>
          <a:p>
            <a:r>
              <a:t>• Intento inicial de cálculo directo en Excel.</a:t>
            </a:r>
          </a:p>
          <a:p>
            <a:r>
              <a:t>• Limitaciones por complejidad de tablas.</a:t>
            </a:r>
          </a:p>
          <a:p>
            <a:r>
              <a:t>• Disparador para crear motor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Detectado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Tablas SCORE2 muy extensas.</a:t>
            </a:r>
          </a:p>
          <a:p>
            <a:r>
              <a:t>• Riesgo de errores manuales.</a:t>
            </a:r>
          </a:p>
          <a:p>
            <a:r>
              <a:t>• Dependencia de HeartScore online.</a:t>
            </a:r>
          </a:p>
          <a:p>
            <a:r>
              <a:t>• Necesidad de exactitud clínica.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 Propuesta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Desarrollo de motor SCORE2 offline.</a:t>
            </a:r>
          </a:p>
          <a:p>
            <a:r>
              <a:t>• Basado estrictamente en guías ESC 2021.</a:t>
            </a:r>
          </a:p>
          <a:p>
            <a:r>
              <a:t>• Resultados coincidentes (&gt;99%) con HeartScore.</a:t>
            </a:r>
          </a:p>
          <a:p>
            <a:r>
              <a:t>• Preparado para uso clínico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de Escritorio –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Entrada de datos clínicos.</a:t>
            </a:r>
          </a:p>
          <a:p>
            <a:r>
              <a:t>• Cálculo automático de riesgo a 10 años.</a:t>
            </a:r>
          </a:p>
          <a:p>
            <a:r>
              <a:t>• Clasificación Bajo / Alto / Muy Alto.</a:t>
            </a:r>
          </a:p>
          <a:p>
            <a:r>
              <a:t>• Independiente de internet.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Validación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Comparación con HeartScore oficial.</a:t>
            </a:r>
          </a:p>
          <a:p>
            <a:r>
              <a:t>• Casos ficticios y reales.</a:t>
            </a:r>
          </a:p>
          <a:p>
            <a:r>
              <a:t>• Coincidencia de resultados esperados.</a:t>
            </a:r>
          </a:p>
          <a:p>
            <a:r>
              <a:t>• Aprobación médica preliminar.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Institucionales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Optimización del tiempo médico.</a:t>
            </a:r>
          </a:p>
          <a:p>
            <a:r>
              <a:t>• Reducción de errores.</a:t>
            </a:r>
          </a:p>
          <a:p>
            <a:r>
              <a:t>• Trazabilidad de datos.</a:t>
            </a:r>
          </a:p>
          <a:p>
            <a:r>
              <a:t>• Base para futuras integraciones.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Actual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Excel operativos.</a:t>
            </a:r>
          </a:p>
          <a:p>
            <a:r>
              <a:t>• Motor SCORE2 funcional.</a:t>
            </a:r>
          </a:p>
          <a:p>
            <a:r>
              <a:t>• App en desarrollo avanzado.</a:t>
            </a:r>
          </a:p>
          <a:p>
            <a:r>
              <a:t>• Documentación en progreso.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Ajustes finales con autoridades.</a:t>
            </a:r>
          </a:p>
          <a:p>
            <a:r>
              <a:t>• Capacitación del personal.</a:t>
            </a:r>
          </a:p>
          <a:p>
            <a:r>
              <a:t>• Integración institucional.</a:t>
            </a:r>
          </a:p>
          <a:p>
            <a:r>
              <a:t>• Escalado del sistema.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